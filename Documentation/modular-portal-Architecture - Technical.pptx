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421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A1F35"/>
          </a:solidFill>
          <a:ln w="12700">
            <a:solidFill>
              <a:srgbClr val="0A1F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62356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3840480"/>
            <a:ext cx="548640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02920" y="1316736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02920" y="1975104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502920" y="27980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boundaries · Trust zones · Request paths · AWS target state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3364992"/>
            <a:ext cx="1078992" cy="292608"/>
          </a:xfrm>
          <a:prstGeom prst="rect">
            <a:avLst/>
          </a:prstGeom>
          <a:solidFill>
            <a:srgbClr val="0D3A5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33649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/ Fargate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73352" y="3364992"/>
            <a:ext cx="1078992" cy="292608"/>
          </a:xfrm>
          <a:prstGeom prst="rect">
            <a:avLst/>
          </a:prstGeom>
          <a:solidFill>
            <a:srgbClr val="0D3A5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73352" y="33649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PostgreSQL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43784" y="3364992"/>
            <a:ext cx="1078992" cy="292608"/>
          </a:xfrm>
          <a:prstGeom prst="rect">
            <a:avLst/>
          </a:prstGeom>
          <a:solidFill>
            <a:srgbClr val="0D3A5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843784" y="33649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14216" y="3364992"/>
            <a:ext cx="1078992" cy="292608"/>
          </a:xfrm>
          <a:prstGeom prst="rect">
            <a:avLst/>
          </a:prstGeom>
          <a:solidFill>
            <a:srgbClr val="0D3A5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014216" y="33649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0" y="457200"/>
            <a:ext cx="2560320" cy="566928"/>
          </a:xfrm>
          <a:prstGeom prst="rect">
            <a:avLst/>
          </a:prstGeom>
          <a:solidFill>
            <a:srgbClr val="0F2A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0" y="4572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portal-web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0" y="1261872"/>
            <a:ext cx="2560320" cy="566928"/>
          </a:xfrm>
          <a:prstGeom prst="rect">
            <a:avLst/>
          </a:prstGeom>
          <a:solidFill>
            <a:srgbClr val="0F2A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0" y="126187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admin-console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2066544"/>
            <a:ext cx="2560320" cy="566928"/>
          </a:xfrm>
          <a:prstGeom prst="rect">
            <a:avLst/>
          </a:prstGeom>
          <a:solidFill>
            <a:srgbClr val="0F2A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0" y="206654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0" y="2871216"/>
            <a:ext cx="2560320" cy="566928"/>
          </a:xfrm>
          <a:prstGeom prst="rect">
            <a:avLst/>
          </a:prstGeom>
          <a:solidFill>
            <a:srgbClr val="0F2A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0" y="287121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job-worker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0" y="3675888"/>
            <a:ext cx="2560320" cy="566928"/>
          </a:xfrm>
          <a:prstGeom prst="rect">
            <a:avLst/>
          </a:prstGeom>
          <a:solidFill>
            <a:srgbClr val="0F2A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0" y="367588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A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· Platform · DevOps · Security · Architecture Review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 at a glance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8288"/>
          </a:xfrm>
          <a:prstGeom prst="rect">
            <a:avLst/>
          </a:prstGeom>
          <a:solidFill>
            <a:srgbClr val="1C3A56"/>
          </a:solidFill>
          <a:ln w="1270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2761488" cy="1572768"/>
          </a:xfrm>
          <a:prstGeom prst="rect">
            <a:avLst/>
          </a:prstGeom>
          <a:solidFill>
            <a:srgbClr val="162D44"/>
          </a:solidFill>
          <a:ln w="9525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207008"/>
            <a:ext cx="276148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2064" y="1353312"/>
            <a:ext cx="384048" cy="384048"/>
          </a:xfrm>
          <a:prstGeom prst="ellipse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9264" y="1371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Modular Monolith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5488" y="1737360"/>
            <a:ext cx="2505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Repository-level monolith with meaningful runtime separation: portal-web, admin-console, api, job-worker.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91256" y="1207008"/>
            <a:ext cx="2761488" cy="1572768"/>
          </a:xfrm>
          <a:prstGeom prst="rect">
            <a:avLst/>
          </a:prstGeom>
          <a:solidFill>
            <a:srgbClr val="162D44"/>
          </a:solidFill>
          <a:ln w="9525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91256" y="1207008"/>
            <a:ext cx="2761488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55848" y="1353312"/>
            <a:ext cx="384048" cy="384048"/>
          </a:xfrm>
          <a:prstGeom prst="ellipse">
            <a:avLst/>
          </a:prstGeom>
          <a:solidFill>
            <a:srgbClr val="06D6A0">
              <a:alpha val="18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55848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13048" y="1371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as Control Point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19272" y="1737360"/>
            <a:ext cx="2505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control point for all business ops, policy enforcement, and tenant-scoped data access.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1207008"/>
            <a:ext cx="2761488" cy="1572768"/>
          </a:xfrm>
          <a:prstGeom prst="rect">
            <a:avLst/>
          </a:prstGeom>
          <a:solidFill>
            <a:srgbClr val="162D44"/>
          </a:solidFill>
          <a:ln w="9525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35040" y="1207008"/>
            <a:ext cx="2761488" cy="5486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99632" y="1353312"/>
            <a:ext cx="384048" cy="384048"/>
          </a:xfrm>
          <a:prstGeom prst="ellipse">
            <a:avLst/>
          </a:prstGeom>
          <a:solidFill>
            <a:srgbClr val="FFB703">
              <a:alpha val="18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99632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56832" y="1371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job-worker Executor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163056" y="1737360"/>
            <a:ext cx="2505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long-running process for queued background jobs — isolated from the api surface.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" y="2862072"/>
            <a:ext cx="2761488" cy="1572768"/>
          </a:xfrm>
          <a:prstGeom prst="rect">
            <a:avLst/>
          </a:prstGeom>
          <a:solidFill>
            <a:srgbClr val="162D44"/>
          </a:solidFill>
          <a:ln w="9525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47472" y="2862072"/>
            <a:ext cx="276148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12064" y="3008376"/>
            <a:ext cx="384048" cy="384048"/>
          </a:xfrm>
          <a:prstGeom prst="ellipse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2064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⊙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9264" y="30266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 as SOR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75488" y="3392424"/>
            <a:ext cx="2505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system of record plus persistence for jobs, events, audit, connectors, and tenant config.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191256" y="2862072"/>
            <a:ext cx="2761488" cy="1572768"/>
          </a:xfrm>
          <a:prstGeom prst="rect">
            <a:avLst/>
          </a:prstGeom>
          <a:solidFill>
            <a:srgbClr val="162D44"/>
          </a:solidFill>
          <a:ln w="9525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191256" y="2862072"/>
            <a:ext cx="2761488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355848" y="3008376"/>
            <a:ext cx="384048" cy="384048"/>
          </a:xfrm>
          <a:prstGeom prst="ellipse">
            <a:avLst/>
          </a:prstGeom>
          <a:solidFill>
            <a:srgbClr val="06D6A0">
              <a:alpha val="18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55848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◫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813048" y="30266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Abstracted Storage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319272" y="3392424"/>
            <a:ext cx="2505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Profile-based services for private documents, public tenant assets, and encrypted backups.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35040" y="2862072"/>
            <a:ext cx="2761488" cy="1572768"/>
          </a:xfrm>
          <a:prstGeom prst="rect">
            <a:avLst/>
          </a:prstGeom>
          <a:solidFill>
            <a:srgbClr val="162D44"/>
          </a:solidFill>
          <a:ln w="9525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035040" y="2862072"/>
            <a:ext cx="2761488" cy="5486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199632" y="3008376"/>
            <a:ext cx="384048" cy="384048"/>
          </a:xfrm>
          <a:prstGeom prst="ellipse">
            <a:avLst/>
          </a:prstGeom>
          <a:solidFill>
            <a:srgbClr val="FFB703">
              <a:alpha val="18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199632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56832" y="30266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Target State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163056" y="3392424"/>
            <a:ext cx="2505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existing boundaries; changes hosting, storage, scheduling, and observability model.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Current-State Runtime Topology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separation across four key processes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8288"/>
          </a:xfrm>
          <a:prstGeom prst="rect">
            <a:avLst/>
          </a:prstGeom>
          <a:solidFill>
            <a:srgbClr val="1C3A56"/>
          </a:solidFill>
          <a:ln w="1270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234440"/>
            <a:ext cx="1463040" cy="475488"/>
          </a:xfrm>
          <a:prstGeom prst="rect">
            <a:avLst/>
          </a:prstGeom>
          <a:solidFill>
            <a:srgbClr val="0B3050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234440"/>
            <a:ext cx="14630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Clients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1965960"/>
            <a:ext cx="1325880" cy="475488"/>
          </a:xfrm>
          <a:prstGeom prst="rect">
            <a:avLst/>
          </a:prstGeom>
          <a:solidFill>
            <a:srgbClr val="0E3A5F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1965960"/>
            <a:ext cx="13258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portal-web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runtime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0" y="1965960"/>
            <a:ext cx="1325880" cy="475488"/>
          </a:xfrm>
          <a:prstGeom prst="rect">
            <a:avLst/>
          </a:prstGeom>
          <a:solidFill>
            <a:srgbClr val="0E3A5F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28800" y="1965960"/>
            <a:ext cx="13258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admin-console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runtime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1709928"/>
            <a:ext cx="0" cy="256032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05840" y="1709928"/>
            <a:ext cx="804672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" y="1709928"/>
            <a:ext cx="0" cy="256032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05840" y="1709928"/>
            <a:ext cx="804672" cy="256032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14400" y="2834640"/>
            <a:ext cx="1554480" cy="475488"/>
          </a:xfrm>
          <a:prstGeom prst="rect">
            <a:avLst/>
          </a:prstGeom>
          <a:solidFill>
            <a:srgbClr val="0E3A5F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2834640"/>
            <a:ext cx="15544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Fastify app server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2441448"/>
            <a:ext cx="0" cy="393192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920240" y="2441448"/>
            <a:ext cx="0" cy="393192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926080" y="1170432"/>
            <a:ext cx="3547872" cy="3547872"/>
          </a:xfrm>
          <a:prstGeom prst="rect">
            <a:avLst/>
          </a:prstGeom>
          <a:solidFill>
            <a:srgbClr val="09182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999232" y="120700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BAF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Domain / Infrastructure Layer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035808" y="1554480"/>
            <a:ext cx="1572768" cy="804672"/>
          </a:xfrm>
          <a:prstGeom prst="rect">
            <a:avLst/>
          </a:prstGeom>
          <a:solidFill>
            <a:srgbClr val="0D4A45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035808" y="1554480"/>
            <a:ext cx="1572768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Services</a:t>
            </a:r>
            <a:endParaRPr lang="en-US" sz="9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audit, notifications,</a:t>
            </a:r>
            <a:endParaRPr lang="en-US" sz="9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tenant, billing, connectors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1554480"/>
            <a:ext cx="1572768" cy="804672"/>
          </a:xfrm>
          <a:prstGeom prst="rect">
            <a:avLst/>
          </a:prstGeom>
          <a:solidFill>
            <a:srgbClr val="0D4A45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09160" y="1554480"/>
            <a:ext cx="1572768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Queue + Handlers</a:t>
            </a:r>
            <a:endParaRPr lang="en-US" sz="9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enqueue, poll, execute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035808" y="2542032"/>
            <a:ext cx="1572768" cy="804672"/>
          </a:xfrm>
          <a:prstGeom prst="rect">
            <a:avLst/>
          </a:prstGeom>
          <a:solidFill>
            <a:srgbClr val="0D4A45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035808" y="2542032"/>
            <a:ext cx="1572768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Bus</a:t>
            </a:r>
            <a:endParaRPr lang="en-US" sz="9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+ delivery tracking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542032"/>
            <a:ext cx="1572768" cy="804672"/>
          </a:xfrm>
          <a:prstGeom prst="rect">
            <a:avLst/>
          </a:prstGeom>
          <a:solidFill>
            <a:srgbClr val="0D4A45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09160" y="2542032"/>
            <a:ext cx="1572768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Service</a:t>
            </a:r>
            <a:endParaRPr lang="en-US" sz="9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abstraction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035808" y="3529584"/>
            <a:ext cx="1572768" cy="804672"/>
          </a:xfrm>
          <a:prstGeom prst="rect">
            <a:avLst/>
          </a:prstGeom>
          <a:solidFill>
            <a:srgbClr val="0D4A45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035808" y="3529584"/>
            <a:ext cx="1572768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9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metrics, audit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3529584"/>
            <a:ext cx="1572768" cy="804672"/>
          </a:xfrm>
          <a:prstGeom prst="rect">
            <a:avLst/>
          </a:prstGeom>
          <a:solidFill>
            <a:srgbClr val="0D4A45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09160" y="3529584"/>
            <a:ext cx="1572768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Config</a:t>
            </a:r>
            <a:endParaRPr lang="en-US" sz="9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packages/server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468880" y="3072384"/>
            <a:ext cx="4572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47472" y="3493008"/>
            <a:ext cx="1463040" cy="594360"/>
          </a:xfrm>
          <a:prstGeom prst="rect">
            <a:avLst/>
          </a:prstGeom>
          <a:solidFill>
            <a:srgbClr val="0D3A38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47472" y="3493008"/>
            <a:ext cx="14630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job-worker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polling + execution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810512" y="3785616"/>
            <a:ext cx="1115568" cy="0"/>
          </a:xfrm>
          <a:prstGeom prst="line">
            <a:avLst/>
          </a:prstGeom>
          <a:noFill/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656832" y="2194560"/>
            <a:ext cx="1737360" cy="566928"/>
          </a:xfrm>
          <a:prstGeom prst="rect">
            <a:avLst/>
          </a:prstGeom>
          <a:solidFill>
            <a:srgbClr val="1A1A40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656832" y="2194560"/>
            <a:ext cx="17373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73952" y="2487168"/>
            <a:ext cx="18288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468880" y="3163824"/>
            <a:ext cx="4462272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656832" y="3017520"/>
            <a:ext cx="1737360" cy="438912"/>
          </a:xfrm>
          <a:prstGeom prst="rect">
            <a:avLst/>
          </a:prstGeom>
          <a:solidFill>
            <a:srgbClr val="1A2A1A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656832" y="3017520"/>
            <a:ext cx="17373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Local/Private Storage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656832" y="3547872"/>
            <a:ext cx="1737360" cy="438912"/>
          </a:xfrm>
          <a:prstGeom prst="rect">
            <a:avLst/>
          </a:prstGeom>
          <a:solidFill>
            <a:srgbClr val="1A2A1A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656832" y="3547872"/>
            <a:ext cx="17373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Tenant Assets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56832" y="4078224"/>
            <a:ext cx="1737360" cy="438912"/>
          </a:xfrm>
          <a:prstGeom prst="rect">
            <a:avLst/>
          </a:prstGeom>
          <a:solidFill>
            <a:srgbClr val="1A2A1A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656832" y="4078224"/>
            <a:ext cx="17373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Backups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473952" y="3236976"/>
            <a:ext cx="182880" cy="0"/>
          </a:xfrm>
          <a:prstGeom prst="line">
            <a:avLst/>
          </a:prstGeom>
          <a:noFill/>
          <a:ln w="1016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47472" y="4709160"/>
            <a:ext cx="2286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21792" y="46817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flow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828800" y="4709160"/>
            <a:ext cx="228600" cy="1097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103120" y="46817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flow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Current-State Request &amp; Trust Boundaries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distinct trust zones with enforced policy at the server boundary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8288"/>
          </a:xfrm>
          <a:prstGeom prst="rect">
            <a:avLst/>
          </a:prstGeom>
          <a:solidFill>
            <a:srgbClr val="1C3A56"/>
          </a:solidFill>
          <a:ln w="1270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2743200" cy="3611880"/>
          </a:xfrm>
          <a:prstGeom prst="rect">
            <a:avLst/>
          </a:prstGeom>
          <a:solidFill>
            <a:srgbClr val="09152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CLIENT-CONTROLLED BOUNDARY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18688" y="1170432"/>
            <a:ext cx="2743200" cy="3611880"/>
          </a:xfrm>
          <a:prstGeom prst="rect">
            <a:avLst/>
          </a:prstGeom>
          <a:solidFill>
            <a:srgbClr val="091A1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10128" y="12070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SERVER-TRUSTED BOUNDARY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117336" y="1170432"/>
            <a:ext cx="2743200" cy="3611880"/>
          </a:xfrm>
          <a:prstGeom prst="rect">
            <a:avLst/>
          </a:prstGeom>
          <a:solidFill>
            <a:srgbClr val="0F0F1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08776" y="12070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PROTECTED STATE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1664208"/>
            <a:ext cx="2377440" cy="548640"/>
          </a:xfrm>
          <a:prstGeom prst="rect">
            <a:avLst/>
          </a:prstGeom>
          <a:solidFill>
            <a:srgbClr val="0E2A40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1664208"/>
            <a:ext cx="23774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377440"/>
            <a:ext cx="2377440" cy="731520"/>
          </a:xfrm>
          <a:prstGeom prst="rect">
            <a:avLst/>
          </a:prstGeom>
          <a:solidFill>
            <a:srgbClr val="0E2A40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377440"/>
            <a:ext cx="23774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&amp; Browser Storage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headers, access token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273552"/>
            <a:ext cx="2377440" cy="731520"/>
          </a:xfrm>
          <a:prstGeom prst="rect">
            <a:avLst/>
          </a:prstGeom>
          <a:solidFill>
            <a:srgbClr val="0E2A40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273552"/>
            <a:ext cx="23774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State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snapshot (admin-console)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01568" y="1664208"/>
            <a:ext cx="2377440" cy="548640"/>
          </a:xfrm>
          <a:prstGeom prst="rect">
            <a:avLst/>
          </a:prstGeom>
          <a:solidFill>
            <a:srgbClr val="0E3A5F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01568" y="1664208"/>
            <a:ext cx="23774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portal-web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01568" y="2359152"/>
            <a:ext cx="2377440" cy="548640"/>
          </a:xfrm>
          <a:prstGeom prst="rect">
            <a:avLst/>
          </a:prstGeom>
          <a:solidFill>
            <a:srgbClr val="0E3A5F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01568" y="2359152"/>
            <a:ext cx="23774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admin-console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01568" y="3054096"/>
            <a:ext cx="2377440" cy="548640"/>
          </a:xfrm>
          <a:prstGeom prst="rect">
            <a:avLst/>
          </a:prstGeom>
          <a:solidFill>
            <a:srgbClr val="0E3A5F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01568" y="3054096"/>
            <a:ext cx="23774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(Fastify)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01568" y="3749040"/>
            <a:ext cx="2377440" cy="640080"/>
          </a:xfrm>
          <a:prstGeom prst="rect">
            <a:avLst/>
          </a:prstGeom>
          <a:solidFill>
            <a:srgbClr val="0D4A45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01568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Tenant · Role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Policy Checks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0216" y="1664208"/>
            <a:ext cx="2377440" cy="1188720"/>
          </a:xfrm>
          <a:prstGeom prst="rect">
            <a:avLst/>
          </a:prstGeom>
          <a:solidFill>
            <a:srgbClr val="1A1A40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00216" y="1664208"/>
            <a:ext cx="23774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data · jobs · events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· connectors · tenant config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0216" y="3017520"/>
            <a:ext cx="2377440" cy="1463040"/>
          </a:xfrm>
          <a:prstGeom prst="rect">
            <a:avLst/>
          </a:prstGeom>
          <a:solidFill>
            <a:srgbClr val="1A2A1A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00216" y="3017520"/>
            <a:ext cx="237744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Services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docs · public assets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backups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063240" y="1938528"/>
            <a:ext cx="338328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063240" y="2633472"/>
            <a:ext cx="338328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047488" y="1938528"/>
            <a:ext cx="548640" cy="475488"/>
          </a:xfrm>
          <a:prstGeom prst="line">
            <a:avLst/>
          </a:prstGeom>
          <a:noFill/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047488" y="2633472"/>
            <a:ext cx="548640" cy="237744"/>
          </a:xfrm>
          <a:prstGeom prst="line">
            <a:avLst/>
          </a:prstGeom>
          <a:noFill/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90288" y="3602736"/>
            <a:ext cx="0" cy="146304"/>
          </a:xfrm>
          <a:prstGeom prst="line">
            <a:avLst/>
          </a:prstGeom>
          <a:noFill/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961888" y="3931920"/>
            <a:ext cx="338328" cy="0"/>
          </a:xfrm>
          <a:prstGeom prst="line">
            <a:avLst/>
          </a:prstGeom>
          <a:noFill/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961888" y="3328416"/>
            <a:ext cx="338328" cy="786384"/>
          </a:xfrm>
          <a:prstGeom prst="line">
            <a:avLst/>
          </a:prstGeom>
          <a:noFill/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Synchronous Request Path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for browser interactions through the server stack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8288"/>
          </a:xfrm>
          <a:prstGeom prst="rect">
            <a:avLst/>
          </a:prstGeom>
          <a:solidFill>
            <a:srgbClr val="1C3A56"/>
          </a:solidFill>
          <a:ln w="1270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4133088" cy="274320"/>
          </a:xfrm>
          <a:prstGeom prst="rect">
            <a:avLst/>
          </a:prstGeom>
          <a:solidFill>
            <a:srgbClr val="0A2A3F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20700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► REQUEST PATH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1207008"/>
            <a:ext cx="4114800" cy="274320"/>
          </a:xfrm>
          <a:prstGeom prst="rect">
            <a:avLst/>
          </a:prstGeom>
          <a:solidFill>
            <a:srgbClr val="0A2A20"/>
          </a:solidFill>
          <a:ln w="63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0" y="1207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◄ RESPONSE PATH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" y="1572768"/>
            <a:ext cx="4133088" cy="457200"/>
          </a:xfrm>
          <a:prstGeom prst="rect">
            <a:avLst/>
          </a:prstGeom>
          <a:solidFill>
            <a:srgbClr val="162D44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" y="1572768"/>
            <a:ext cx="45720" cy="457200"/>
          </a:xfrm>
          <a:prstGeom prst="rect">
            <a:avLst/>
          </a:prstGeom>
          <a:solidFill>
            <a:srgbClr val="8BAFC8"/>
          </a:solidFill>
          <a:ln w="12700">
            <a:solidFill>
              <a:srgbClr val="8BA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8912" y="1655064"/>
            <a:ext cx="274320" cy="274320"/>
          </a:xfrm>
          <a:prstGeom prst="ellipse">
            <a:avLst/>
          </a:prstGeom>
          <a:solidFill>
            <a:srgbClr val="8BAFC8">
              <a:alpha val="22000"/>
            </a:srgbClr>
          </a:solidFill>
          <a:ln w="10160">
            <a:solidFill>
              <a:srgbClr val="8BA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" y="1655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AF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04672" y="159105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AF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04672" y="1810512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request / user action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" y="2089404"/>
            <a:ext cx="4133088" cy="457200"/>
          </a:xfrm>
          <a:prstGeom prst="rect">
            <a:avLst/>
          </a:prstGeom>
          <a:solidFill>
            <a:srgbClr val="162D44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7472" y="2089404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8912" y="2171700"/>
            <a:ext cx="274320" cy="274320"/>
          </a:xfrm>
          <a:prstGeom prst="ellipse">
            <a:avLst/>
          </a:prstGeom>
          <a:solidFill>
            <a:srgbClr val="00B4D8">
              <a:alpha val="22000"/>
            </a:srgbClr>
          </a:solidFill>
          <a:ln w="101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8912" y="21717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04672" y="21076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portal-web / admin-console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04672" y="2327148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with auth context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" y="2606040"/>
            <a:ext cx="4133088" cy="457200"/>
          </a:xfrm>
          <a:prstGeom prst="rect">
            <a:avLst/>
          </a:prstGeom>
          <a:solidFill>
            <a:srgbClr val="162D44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47472" y="260604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38912" y="2688336"/>
            <a:ext cx="274320" cy="274320"/>
          </a:xfrm>
          <a:prstGeom prst="ellipse">
            <a:avLst/>
          </a:prstGeom>
          <a:solidFill>
            <a:srgbClr val="00B4D8">
              <a:alpha val="22000"/>
            </a:srgbClr>
          </a:solidFill>
          <a:ln w="101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38912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04672" y="26243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04672" y="2843784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request, attaches correlation ID + tenant context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7472" y="3122676"/>
            <a:ext cx="4133088" cy="457200"/>
          </a:xfrm>
          <a:prstGeom prst="rect">
            <a:avLst/>
          </a:prstGeom>
          <a:solidFill>
            <a:srgbClr val="162D44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47472" y="3122676"/>
            <a:ext cx="4572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38912" y="3204972"/>
            <a:ext cx="274320" cy="274320"/>
          </a:xfrm>
          <a:prstGeom prst="ellipse">
            <a:avLst/>
          </a:prstGeom>
          <a:solidFill>
            <a:srgbClr val="06D6A0">
              <a:alpha val="22000"/>
            </a:srgbClr>
          </a:solidFill>
          <a:ln w="1016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38912" y="32049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04672" y="314096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+ tenant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4672" y="3360420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token, tenant, preview / session rules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7472" y="3639312"/>
            <a:ext cx="4133088" cy="457200"/>
          </a:xfrm>
          <a:prstGeom prst="rect">
            <a:avLst/>
          </a:prstGeom>
          <a:solidFill>
            <a:srgbClr val="162D44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47472" y="3639312"/>
            <a:ext cx="45720" cy="45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38912" y="3721608"/>
            <a:ext cx="274320" cy="274320"/>
          </a:xfrm>
          <a:prstGeom prst="ellipse">
            <a:avLst/>
          </a:prstGeom>
          <a:solidFill>
            <a:srgbClr val="FFB703">
              <a:alpha val="22000"/>
            </a:srgbClr>
          </a:solidFill>
          <a:ln w="1016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389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4a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04672" y="3657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04672" y="3877056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 → 401 / 403 with audit log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7472" y="4155948"/>
            <a:ext cx="4133088" cy="457200"/>
          </a:xfrm>
          <a:prstGeom prst="rect">
            <a:avLst/>
          </a:prstGeom>
          <a:solidFill>
            <a:srgbClr val="162D44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47472" y="4155948"/>
            <a:ext cx="45720" cy="45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38912" y="4238244"/>
            <a:ext cx="274320" cy="274320"/>
          </a:xfrm>
          <a:prstGeom prst="ellipse">
            <a:avLst/>
          </a:prstGeom>
          <a:solidFill>
            <a:srgbClr val="FFB703">
              <a:alpha val="22000"/>
            </a:srgbClr>
          </a:solidFill>
          <a:ln w="1016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38912" y="42382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04672" y="417423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04672" y="4393692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→ read / write domain data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47472" y="4672584"/>
            <a:ext cx="4133088" cy="457200"/>
          </a:xfrm>
          <a:prstGeom prst="rect">
            <a:avLst/>
          </a:prstGeom>
          <a:solidFill>
            <a:srgbClr val="162D44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47472" y="4672584"/>
            <a:ext cx="4572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38912" y="4754880"/>
            <a:ext cx="274320" cy="274320"/>
          </a:xfrm>
          <a:prstGeom prst="ellipse">
            <a:avLst/>
          </a:prstGeom>
          <a:solidFill>
            <a:srgbClr val="06D6A0">
              <a:alpha val="22000"/>
            </a:srgbClr>
          </a:solidFill>
          <a:ln w="1016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38912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04672" y="46908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 (optional)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04672" y="4910328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object / URL / metadata for documents or assets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414016" y="5189220"/>
            <a:ext cx="0" cy="228600"/>
          </a:xfrm>
          <a:prstGeom prst="line">
            <a:avLst/>
          </a:prstGeom>
          <a:noFill/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663440" y="1572768"/>
            <a:ext cx="4114800" cy="804672"/>
          </a:xfrm>
          <a:prstGeom prst="rect">
            <a:avLst/>
          </a:prstGeom>
          <a:solidFill>
            <a:srgbClr val="162D44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663440" y="1572768"/>
            <a:ext cx="45720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773168" y="1828800"/>
            <a:ext cx="292608" cy="292608"/>
          </a:xfrm>
          <a:prstGeom prst="ellipse">
            <a:avLst/>
          </a:prstGeom>
          <a:solidFill>
            <a:srgbClr val="00B4D8">
              <a:alpha val="22000"/>
            </a:srgbClr>
          </a:solidFill>
          <a:ln w="101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773168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166360" y="17007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166360" y="19933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tenant-scoped response payload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663440" y="2596896"/>
            <a:ext cx="4114800" cy="804672"/>
          </a:xfrm>
          <a:prstGeom prst="rect">
            <a:avLst/>
          </a:prstGeom>
          <a:solidFill>
            <a:srgbClr val="162D44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663440" y="2596896"/>
            <a:ext cx="45720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773168" y="2852928"/>
            <a:ext cx="292608" cy="292608"/>
          </a:xfrm>
          <a:prstGeom prst="ellipse">
            <a:avLst/>
          </a:prstGeom>
          <a:solidFill>
            <a:srgbClr val="00B4D8">
              <a:alpha val="22000"/>
            </a:srgbClr>
          </a:solidFill>
          <a:ln w="101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773168" y="2852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166360" y="27249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portal-web / admin-console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166360" y="301752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Tenant-scoped payload returned to web service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663440" y="3621024"/>
            <a:ext cx="4114800" cy="804672"/>
          </a:xfrm>
          <a:prstGeom prst="rect">
            <a:avLst/>
          </a:prstGeom>
          <a:solidFill>
            <a:srgbClr val="162D44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4663440" y="3621024"/>
            <a:ext cx="45720" cy="804672"/>
          </a:xfrm>
          <a:prstGeom prst="rect">
            <a:avLst/>
          </a:prstGeom>
          <a:solidFill>
            <a:srgbClr val="8BAFC8"/>
          </a:solidFill>
          <a:ln w="12700">
            <a:solidFill>
              <a:srgbClr val="8BA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4773168" y="3877056"/>
            <a:ext cx="292608" cy="292608"/>
          </a:xfrm>
          <a:prstGeom prst="ellipse">
            <a:avLst/>
          </a:prstGeom>
          <a:solidFill>
            <a:srgbClr val="8BAFC8">
              <a:alpha val="22000"/>
            </a:srgbClr>
          </a:solidFill>
          <a:ln w="10160">
            <a:solidFill>
              <a:srgbClr val="8BA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773168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AF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166360" y="37490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AF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Browser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5166360" y="40416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page / display result to user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663440" y="4681728"/>
            <a:ext cx="4114800" cy="329184"/>
          </a:xfrm>
          <a:prstGeom prst="rect">
            <a:avLst/>
          </a:prstGeom>
          <a:solidFill>
            <a:srgbClr val="1A1000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754880" y="4681728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If policy check at step 4 denies → 401/403 returned immediately (step 4a), no further DB or storage access.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Internal Structure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Fastify-based layered architecture with shared server modules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8288"/>
          </a:xfrm>
          <a:prstGeom prst="rect">
            <a:avLst/>
          </a:prstGeom>
          <a:solidFill>
            <a:srgbClr val="1C3A56"/>
          </a:solidFill>
          <a:ln w="1270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943600" cy="658368"/>
          </a:xfrm>
          <a:prstGeom prst="rect">
            <a:avLst/>
          </a:prstGeom>
          <a:solidFill>
            <a:srgbClr val="0A2A3F"/>
          </a:solidFill>
          <a:ln w="1905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" y="1371600"/>
            <a:ext cx="365760" cy="36576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128016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Fastify Server Hooks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15544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ID · tenant context · access token verification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892808"/>
            <a:ext cx="0" cy="118872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5943600" cy="658368"/>
          </a:xfrm>
          <a:prstGeom prst="rect">
            <a:avLst/>
          </a:prstGeom>
          <a:solidFill>
            <a:srgbClr val="0A2A20"/>
          </a:solidFill>
          <a:ln w="19050">
            <a:solidFill>
              <a:srgbClr val="06D6A0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66928" y="2148840"/>
            <a:ext cx="365760" cy="365760"/>
          </a:xfrm>
          <a:prstGeom prst="ellipse">
            <a:avLst/>
          </a:prstGeom>
          <a:solidFill>
            <a:srgbClr val="06D6A0">
              <a:alpha val="2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24128" y="20574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 Registration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2331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member · billing-enrollment · documents · connectors · jobs · audit · admin · metrics · health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2670048"/>
            <a:ext cx="0" cy="118872"/>
          </a:xfrm>
          <a:prstGeom prst="line">
            <a:avLst/>
          </a:prstGeom>
          <a:noFill/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788920"/>
            <a:ext cx="5943600" cy="658368"/>
          </a:xfrm>
          <a:prstGeom prst="rect">
            <a:avLst/>
          </a:prstGeom>
          <a:solidFill>
            <a:srgbClr val="2A1F00"/>
          </a:solidFill>
          <a:ln w="19050">
            <a:solidFill>
              <a:srgbClr val="FFB703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66928" y="2926080"/>
            <a:ext cx="365760" cy="365760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24128" y="28346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Services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31089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branding · documents · connectors · roles · search · preview sessions · tenant admin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3447288"/>
            <a:ext cx="0" cy="118872"/>
          </a:xfrm>
          <a:prstGeom prst="line">
            <a:avLst/>
          </a:prstGeom>
          <a:noFill/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3566160"/>
            <a:ext cx="5943600" cy="658368"/>
          </a:xfrm>
          <a:prstGeom prst="rect">
            <a:avLst/>
          </a:prstGeom>
          <a:solidFill>
            <a:srgbClr val="0A2A3F"/>
          </a:solidFill>
          <a:ln w="1905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66928" y="3703320"/>
            <a:ext cx="365760" cy="36576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6928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24128" y="36118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Server Modules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4128" y="3886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· integrations · notifications · storage · billing enrollment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66560" y="1371600"/>
            <a:ext cx="1965960" cy="566928"/>
          </a:xfrm>
          <a:prstGeom prst="rect">
            <a:avLst/>
          </a:prstGeom>
          <a:solidFill>
            <a:srgbClr val="1A1A40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766560" y="1371600"/>
            <a:ext cx="19659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/ Postgres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0" y="1655064"/>
            <a:ext cx="365760" cy="0"/>
          </a:xfrm>
          <a:prstGeom prst="line">
            <a:avLst/>
          </a:prstGeom>
          <a:noFill/>
          <a:ln w="10160">
            <a:solidFill>
              <a:srgbClr val="FFB70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766560" y="2148840"/>
            <a:ext cx="1965960" cy="566928"/>
          </a:xfrm>
          <a:prstGeom prst="rect">
            <a:avLst/>
          </a:prstGeom>
          <a:solidFill>
            <a:srgbClr val="1A2A1A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766560" y="2148840"/>
            <a:ext cx="19659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Abstraction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0" y="2432304"/>
            <a:ext cx="365760" cy="0"/>
          </a:xfrm>
          <a:prstGeom prst="line">
            <a:avLst/>
          </a:prstGeom>
          <a:noFill/>
          <a:ln w="10160">
            <a:solidFill>
              <a:srgbClr val="06D6A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766560" y="2926080"/>
            <a:ext cx="1965960" cy="566928"/>
          </a:xfrm>
          <a:prstGeom prst="rect">
            <a:avLst/>
          </a:prstGeom>
          <a:solidFill>
            <a:srgbClr val="0E3A5F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766560" y="2926080"/>
            <a:ext cx="19659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Queue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0" y="3209544"/>
            <a:ext cx="36576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766560" y="3703320"/>
            <a:ext cx="1965960" cy="566928"/>
          </a:xfrm>
          <a:prstGeom prst="rect">
            <a:avLst/>
          </a:prstGeom>
          <a:solidFill>
            <a:srgbClr val="0E3A5F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766560" y="3703320"/>
            <a:ext cx="19659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0" y="3986784"/>
            <a:ext cx="36576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400800" y="3072384"/>
            <a:ext cx="0" cy="1920240"/>
          </a:xfrm>
          <a:prstGeom prst="line">
            <a:avLst/>
          </a:prstGeom>
          <a:noFill/>
          <a:ln w="1270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46520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Infrastructure</a:t>
            </a:r>
            <a:endParaRPr lang="en-US" sz="9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Async, Event &amp; Job Processing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Postgres-backed queue and event bus powering background execution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8288"/>
          </a:xfrm>
          <a:prstGeom prst="rect">
            <a:avLst/>
          </a:prstGeom>
          <a:solidFill>
            <a:srgbClr val="1C3A56"/>
          </a:solidFill>
          <a:ln w="1270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011680" cy="548640"/>
          </a:xfrm>
          <a:prstGeom prst="rect">
            <a:avLst/>
          </a:prstGeom>
          <a:solidFill>
            <a:srgbClr val="0E2A40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20116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Admin / API Action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31720" y="1554480"/>
            <a:ext cx="4572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88920" y="1280160"/>
            <a:ext cx="1828800" cy="548640"/>
          </a:xfrm>
          <a:prstGeom prst="rect">
            <a:avLst/>
          </a:prstGeom>
          <a:solidFill>
            <a:srgbClr val="0E3A5F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88920" y="1280160"/>
            <a:ext cx="1828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Service / Route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1554480"/>
            <a:ext cx="777240" cy="50292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749040" y="1554480"/>
            <a:ext cx="777240" cy="1143000"/>
          </a:xfrm>
          <a:prstGeom prst="line">
            <a:avLst/>
          </a:prstGeom>
          <a:noFill/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26280" y="1920240"/>
            <a:ext cx="1828800" cy="502920"/>
          </a:xfrm>
          <a:prstGeom prst="rect">
            <a:avLst/>
          </a:prstGeom>
          <a:solidFill>
            <a:srgbClr val="0D4A45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2628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enqueueJob()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26280" y="2560320"/>
            <a:ext cx="1828800" cy="502920"/>
          </a:xfrm>
          <a:prstGeom prst="rect">
            <a:avLst/>
          </a:prstGeom>
          <a:solidFill>
            <a:srgbClr val="0D4A45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26280" y="2560320"/>
            <a:ext cx="18288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publish()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publishInBackground()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55080" y="2167128"/>
            <a:ext cx="41148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55080" y="2807208"/>
            <a:ext cx="411480" cy="0"/>
          </a:xfrm>
          <a:prstGeom prst="line">
            <a:avLst/>
          </a:prstGeom>
          <a:noFill/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766560" y="1920240"/>
            <a:ext cx="1920240" cy="502920"/>
          </a:xfrm>
          <a:prstGeom prst="rect">
            <a:avLst/>
          </a:prstGeom>
          <a:solidFill>
            <a:srgbClr val="1A1A40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66560" y="1920240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Table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(Postgres)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2560320"/>
            <a:ext cx="1920240" cy="502920"/>
          </a:xfrm>
          <a:prstGeom prst="rect">
            <a:avLst/>
          </a:prstGeom>
          <a:solidFill>
            <a:srgbClr val="1A1A40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66560" y="2560320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+ Delivery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(Postgres)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246120"/>
            <a:ext cx="8412480" cy="54864"/>
          </a:xfrm>
          <a:prstGeom prst="rect">
            <a:avLst/>
          </a:prstGeom>
          <a:solidFill>
            <a:srgbClr val="1C3A56"/>
          </a:solidFill>
          <a:ln w="1270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33375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JOB-WORKER EXECUTION PATH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3584448"/>
            <a:ext cx="1554480" cy="548640"/>
          </a:xfrm>
          <a:prstGeom prst="rect">
            <a:avLst/>
          </a:prstGeom>
          <a:solidFill>
            <a:srgbClr val="0D3A38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3584448"/>
            <a:ext cx="15544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job-worker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process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74520" y="3858768"/>
            <a:ext cx="457200" cy="0"/>
          </a:xfrm>
          <a:prstGeom prst="line">
            <a:avLst/>
          </a:prstGeom>
          <a:noFill/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331720" y="3584448"/>
            <a:ext cx="2011680" cy="548640"/>
          </a:xfrm>
          <a:prstGeom prst="rect">
            <a:avLst/>
          </a:prstGeom>
          <a:solidFill>
            <a:srgbClr val="0D4A45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331720" y="3584448"/>
            <a:ext cx="20116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getPendingJob()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markJobRunning()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43400" y="3858768"/>
            <a:ext cx="365760" cy="0"/>
          </a:xfrm>
          <a:prstGeom prst="line">
            <a:avLst/>
          </a:prstGeom>
          <a:noFill/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09160" y="3584448"/>
            <a:ext cx="1828800" cy="548640"/>
          </a:xfrm>
          <a:prstGeom prst="rect">
            <a:avLst/>
          </a:prstGeom>
          <a:solidFill>
            <a:srgbClr val="0D4A45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09160" y="3584448"/>
            <a:ext cx="1828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Handlers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backup.run + others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537960" y="3858768"/>
            <a:ext cx="365760" cy="0"/>
          </a:xfrm>
          <a:prstGeom prst="line">
            <a:avLst/>
          </a:prstGeom>
          <a:noFill/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903720" y="3584448"/>
            <a:ext cx="1828800" cy="548640"/>
          </a:xfrm>
          <a:prstGeom prst="rect">
            <a:avLst/>
          </a:prstGeom>
          <a:solidFill>
            <a:srgbClr val="1A1A40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03720" y="3584448"/>
            <a:ext cx="1828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markJobSucceeded()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retry / fail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726680" y="2423160"/>
            <a:ext cx="0" cy="914400"/>
          </a:xfrm>
          <a:prstGeom prst="line">
            <a:avLst/>
          </a:prstGeom>
          <a:noFill/>
          <a:ln w="10160">
            <a:solidFill>
              <a:srgbClr val="1E3A5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726680" y="3337560"/>
            <a:ext cx="0" cy="521208"/>
          </a:xfrm>
          <a:prstGeom prst="line">
            <a:avLst/>
          </a:prstGeom>
          <a:noFill/>
          <a:ln w="10160">
            <a:solidFill>
              <a:srgbClr val="1E3A5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726680" y="3063240"/>
            <a:ext cx="0" cy="274320"/>
          </a:xfrm>
          <a:prstGeom prst="line">
            <a:avLst/>
          </a:prstGeom>
          <a:noFill/>
          <a:ln w="12700">
            <a:solidFill>
              <a:srgbClr val="06D6A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20040" y="43159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→ Subscribers → External systems / internal follow-on work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Current-State Storage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Profile-based factory abstraction with S3 adapter pre-wired for migration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8288"/>
          </a:xfrm>
          <a:prstGeom prst="rect">
            <a:avLst/>
          </a:prstGeom>
          <a:solidFill>
            <a:srgbClr val="1C3A56"/>
          </a:solidFill>
          <a:ln w="1270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0" y="1261872"/>
            <a:ext cx="1828800" cy="502920"/>
          </a:xfrm>
          <a:prstGeom prst="rect">
            <a:avLst/>
          </a:prstGeom>
          <a:solidFill>
            <a:srgbClr val="0E3A5F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0" y="1261872"/>
            <a:ext cx="18288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Shared Services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764792"/>
            <a:ext cx="0" cy="292608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08960" y="2057400"/>
            <a:ext cx="2560320" cy="548640"/>
          </a:xfrm>
          <a:prstGeom prst="rect">
            <a:avLst/>
          </a:prstGeom>
          <a:solidFill>
            <a:srgbClr val="0D4A45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08960" y="2057400"/>
            <a:ext cx="25603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Service Factory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45920" y="2606040"/>
            <a:ext cx="2560320" cy="45720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2377440" cy="594360"/>
          </a:xfrm>
          <a:prstGeom prst="rect">
            <a:avLst/>
          </a:prstGeom>
          <a:solidFill>
            <a:srgbClr val="152B45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063240"/>
            <a:ext cx="23774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Profile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docs / artifacts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45920" y="3657600"/>
            <a:ext cx="0" cy="292608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950208"/>
            <a:ext cx="2377440" cy="594360"/>
          </a:xfrm>
          <a:prstGeom prst="rect">
            <a:avLst/>
          </a:prstGeom>
          <a:solidFill>
            <a:srgbClr val="1A2020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950208"/>
            <a:ext cx="23774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0" y="2606040"/>
            <a:ext cx="182880" cy="457200"/>
          </a:xfrm>
          <a:prstGeom prst="line">
            <a:avLst/>
          </a:prstGeom>
          <a:noFill/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0" y="3063240"/>
            <a:ext cx="2377440" cy="594360"/>
          </a:xfrm>
          <a:prstGeom prst="rect">
            <a:avLst/>
          </a:prstGeom>
          <a:solidFill>
            <a:srgbClr val="152B45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0" y="3063240"/>
            <a:ext cx="23774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Public-Assets Profile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branding / media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0" y="3657600"/>
            <a:ext cx="0" cy="292608"/>
          </a:xfrm>
          <a:prstGeom prst="line">
            <a:avLst/>
          </a:prstGeom>
          <a:noFill/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0" y="3950208"/>
            <a:ext cx="2377440" cy="594360"/>
          </a:xfrm>
          <a:prstGeom prst="rect">
            <a:avLst/>
          </a:prstGeom>
          <a:solidFill>
            <a:srgbClr val="1A2020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0" y="3950208"/>
            <a:ext cx="23774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Public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Tenant-Assets Path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32320" y="2606040"/>
            <a:ext cx="0" cy="457200"/>
          </a:xfrm>
          <a:prstGeom prst="line">
            <a:avLst/>
          </a:prstGeom>
          <a:noFill/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43600" y="3063240"/>
            <a:ext cx="2377440" cy="594360"/>
          </a:xfrm>
          <a:prstGeom prst="rect">
            <a:avLst/>
          </a:prstGeom>
          <a:solidFill>
            <a:srgbClr val="152B45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0" y="3063240"/>
            <a:ext cx="23774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Profile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backup payloads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32320" y="3657600"/>
            <a:ext cx="0" cy="292608"/>
          </a:xfrm>
          <a:prstGeom prst="line">
            <a:avLst/>
          </a:prstGeom>
          <a:noFill/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43600" y="3950208"/>
            <a:ext cx="2377440" cy="594360"/>
          </a:xfrm>
          <a:prstGeom prst="rect">
            <a:avLst/>
          </a:prstGeom>
          <a:solidFill>
            <a:srgbClr val="1A2020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43600" y="3950208"/>
            <a:ext cx="23774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Backups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663440"/>
            <a:ext cx="8412480" cy="329184"/>
          </a:xfrm>
          <a:prstGeom prst="rect">
            <a:avLst/>
          </a:prstGeom>
          <a:solidFill>
            <a:srgbClr val="1A2200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46634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When STORAGE_PROVIDER=s3 — S3 adapter path is config-ready; SDK wiring pending for migration to AWS object storage.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AWS Runtime Topology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ECS/Fargate services behind an Application Load Balancer with managed RDS and object storage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8288"/>
          </a:xfrm>
          <a:prstGeom prst="rect">
            <a:avLst/>
          </a:prstGeom>
          <a:solidFill>
            <a:srgbClr val="1C3A56"/>
          </a:solidFill>
          <a:ln w="1270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1417320" cy="457200"/>
          </a:xfrm>
          <a:prstGeom prst="rect">
            <a:avLst/>
          </a:prstGeom>
          <a:solidFill>
            <a:srgbClr val="0B2A3A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1417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/ Clients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37360" y="1490472"/>
            <a:ext cx="27432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0" y="1261872"/>
            <a:ext cx="1371600" cy="457200"/>
          </a:xfrm>
          <a:prstGeom prst="rect">
            <a:avLst/>
          </a:prstGeom>
          <a:solidFill>
            <a:srgbClr val="0A2030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11680" y="1261872"/>
            <a:ext cx="1371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HTTPS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1490472"/>
            <a:ext cx="27432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0" y="1170432"/>
            <a:ext cx="1371600" cy="658368"/>
          </a:xfrm>
          <a:prstGeom prst="rect">
            <a:avLst/>
          </a:prstGeom>
          <a:solidFill>
            <a:srgbClr val="0A2A40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0" y="1170432"/>
            <a:ext cx="13716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1499616"/>
            <a:ext cx="640080" cy="0"/>
          </a:xfrm>
          <a:prstGeom prst="line">
            <a:avLst/>
          </a:prstGeom>
          <a:noFill/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669280" y="1170432"/>
            <a:ext cx="2148840" cy="658368"/>
          </a:xfrm>
          <a:prstGeom prst="rect">
            <a:avLst/>
          </a:prstGeom>
          <a:solidFill>
            <a:srgbClr val="0E3A5F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0" y="1170432"/>
            <a:ext cx="21488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ECS/Fargate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portal-web service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1499616"/>
            <a:ext cx="0" cy="1719072"/>
          </a:xfrm>
          <a:prstGeom prst="line">
            <a:avLst/>
          </a:prstGeom>
          <a:noFill/>
          <a:ln w="1016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0" y="1499616"/>
            <a:ext cx="640080" cy="859536"/>
          </a:xfrm>
          <a:prstGeom prst="line">
            <a:avLst/>
          </a:prstGeom>
          <a:noFill/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669280" y="2029968"/>
            <a:ext cx="2148840" cy="658368"/>
          </a:xfrm>
          <a:prstGeom prst="rect">
            <a:avLst/>
          </a:prstGeom>
          <a:solidFill>
            <a:srgbClr val="0E3A5F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0" y="2029968"/>
            <a:ext cx="21488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ECS/Fargate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admin-console service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0" y="2359152"/>
            <a:ext cx="0" cy="859536"/>
          </a:xfrm>
          <a:prstGeom prst="line">
            <a:avLst/>
          </a:prstGeom>
          <a:noFill/>
          <a:ln w="1016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29200" y="1499616"/>
            <a:ext cx="640080" cy="1719072"/>
          </a:xfrm>
          <a:prstGeom prst="line">
            <a:avLst/>
          </a:prstGeom>
          <a:noFill/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669280" y="2889504"/>
            <a:ext cx="2148840" cy="658368"/>
          </a:xfrm>
          <a:prstGeom prst="rect">
            <a:avLst/>
          </a:prstGeom>
          <a:solidFill>
            <a:srgbClr val="0E3A5F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0" y="2889504"/>
            <a:ext cx="21488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ECS/Fargate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0" y="3749040"/>
            <a:ext cx="2148840" cy="658368"/>
          </a:xfrm>
          <a:prstGeom prst="rect">
            <a:avLst/>
          </a:prstGeom>
          <a:solidFill>
            <a:srgbClr val="0D4A45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69280" y="3749040"/>
            <a:ext cx="21488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ECS/Fargate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job-worker service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017520"/>
            <a:ext cx="2011680" cy="640080"/>
          </a:xfrm>
          <a:prstGeom prst="rect">
            <a:avLst/>
          </a:prstGeom>
          <a:solidFill>
            <a:srgbClr val="1A1A40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PostgreSQL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managed, HA, backups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0" y="3218688"/>
            <a:ext cx="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669280" y="4078224"/>
            <a:ext cx="0" cy="0"/>
          </a:xfrm>
          <a:prstGeom prst="line">
            <a:avLst/>
          </a:prstGeom>
          <a:noFill/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3822192"/>
            <a:ext cx="2011680" cy="640080"/>
          </a:xfrm>
          <a:prstGeom prst="rect">
            <a:avLst/>
          </a:prstGeom>
          <a:solidFill>
            <a:srgbClr val="1A2A1A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3822192"/>
            <a:ext cx="20116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· public assets · backups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0" y="3383280"/>
            <a:ext cx="0" cy="621792"/>
          </a:xfrm>
          <a:prstGeom prst="line">
            <a:avLst/>
          </a:prstGeom>
          <a:noFill/>
          <a:ln w="10160">
            <a:solidFill>
              <a:srgbClr val="06D6A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669280" y="4078224"/>
            <a:ext cx="0" cy="54864"/>
          </a:xfrm>
          <a:prstGeom prst="line">
            <a:avLst/>
          </a:prstGeom>
          <a:noFill/>
          <a:ln w="10160">
            <a:solidFill>
              <a:srgbClr val="06D6A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926080" y="3749040"/>
            <a:ext cx="1828800" cy="658368"/>
          </a:xfrm>
          <a:prstGeom prst="rect">
            <a:avLst/>
          </a:prstGeom>
          <a:solidFill>
            <a:srgbClr val="1A2500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926080" y="3749040"/>
            <a:ext cx="18288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Rule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840480" y="4407408"/>
            <a:ext cx="0" cy="274320"/>
          </a:xfrm>
          <a:prstGeom prst="line">
            <a:avLst/>
          </a:prstGeom>
          <a:noFill/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926080" y="4681728"/>
            <a:ext cx="1828800" cy="347472"/>
          </a:xfrm>
          <a:prstGeom prst="rect">
            <a:avLst/>
          </a:prstGeom>
          <a:solidFill>
            <a:srgbClr val="1A1600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926080" y="4681728"/>
            <a:ext cx="1828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ECS Task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backups:configure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2103120"/>
            <a:ext cx="2011680" cy="658368"/>
          </a:xfrm>
          <a:prstGeom prst="rect">
            <a:avLst/>
          </a:prstGeom>
          <a:solidFill>
            <a:srgbClr val="1A1A20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7200" y="2103120"/>
            <a:ext cx="20116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27614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all services emit logs &amp; metrics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AWS Request Path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through ALB → ECS web → ECS api → RDS / object storage → observability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8288"/>
          </a:xfrm>
          <a:prstGeom prst="rect">
            <a:avLst/>
          </a:prstGeom>
          <a:solidFill>
            <a:srgbClr val="1C3A56"/>
          </a:solidFill>
          <a:ln w="1270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252728"/>
            <a:ext cx="292608" cy="29260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252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207008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HTTPS Request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05072" y="1243584"/>
            <a:ext cx="4663440" cy="310896"/>
          </a:xfrm>
          <a:prstGeom prst="rect">
            <a:avLst/>
          </a:prstGeom>
          <a:solidFill>
            <a:srgbClr val="162D44"/>
          </a:solidFill>
          <a:ln w="635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96512" y="124358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sends HTTPS request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1673352"/>
            <a:ext cx="292608" cy="29260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" y="1673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1627632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ALB Routes by Host/Path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05072" y="1664208"/>
            <a:ext cx="4663440" cy="310896"/>
          </a:xfrm>
          <a:prstGeom prst="rect">
            <a:avLst/>
          </a:prstGeom>
          <a:solidFill>
            <a:srgbClr val="162D44"/>
          </a:solidFill>
          <a:ln w="635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96512" y="166420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Load Balancer routes traffic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" y="2093976"/>
            <a:ext cx="292608" cy="292608"/>
          </a:xfrm>
          <a:prstGeom prst="ellipse">
            <a:avLst/>
          </a:prstGeom>
          <a:solidFill>
            <a:srgbClr val="06D6A0">
              <a:alpha val="25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" y="2093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2048256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API Request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005072" y="2084832"/>
            <a:ext cx="4663440" cy="310896"/>
          </a:xfrm>
          <a:prstGeom prst="rect">
            <a:avLst/>
          </a:prstGeom>
          <a:solidFill>
            <a:srgbClr val="162D44"/>
          </a:solidFill>
          <a:ln w="635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96512" y="20848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portal-web or admin-console ECS calls api ECS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2514600"/>
            <a:ext cx="292608" cy="292608"/>
          </a:xfrm>
          <a:prstGeom prst="ellipse">
            <a:avLst/>
          </a:prstGeom>
          <a:solidFill>
            <a:srgbClr val="06D6A0">
              <a:alpha val="25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2468880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· Tenant · Policy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005072" y="2505456"/>
            <a:ext cx="4663440" cy="310896"/>
          </a:xfrm>
          <a:prstGeom prst="rect">
            <a:avLst/>
          </a:prstGeom>
          <a:solidFill>
            <a:srgbClr val="162D44"/>
          </a:solidFill>
          <a:ln w="635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096512" y="250545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verification, tenant resolution, correlation ID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7472" y="2935224"/>
            <a:ext cx="292608" cy="292608"/>
          </a:xfrm>
          <a:prstGeom prst="ellipse">
            <a:avLst/>
          </a:prstGeom>
          <a:solidFill>
            <a:srgbClr val="FFB703">
              <a:alpha val="25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7472" y="2935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2889504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Read / Write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005072" y="2926080"/>
            <a:ext cx="4663440" cy="310896"/>
          </a:xfrm>
          <a:prstGeom prst="rect">
            <a:avLst/>
          </a:prstGeom>
          <a:solidFill>
            <a:srgbClr val="162D44"/>
          </a:solidFill>
          <a:ln w="635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096512" y="29260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ECS reads or writes domain data in RDS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7472" y="3355848"/>
            <a:ext cx="292608" cy="292608"/>
          </a:xfrm>
          <a:prstGeom prst="ellipse">
            <a:avLst/>
          </a:prstGeom>
          <a:solidFill>
            <a:srgbClr val="06D6A0">
              <a:alpha val="25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7472" y="3355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1520" y="3310128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 Lookup (optional)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005072" y="3346704"/>
            <a:ext cx="4663440" cy="310896"/>
          </a:xfrm>
          <a:prstGeom prst="rect">
            <a:avLst/>
          </a:prstGeom>
          <a:solidFill>
            <a:srgbClr val="162D44"/>
          </a:solidFill>
          <a:ln w="635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096512" y="334670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URL resolution for documents, assets, backups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47472" y="3776472"/>
            <a:ext cx="292608" cy="29260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47472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" y="3730752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 Payload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005072" y="3767328"/>
            <a:ext cx="4663440" cy="310896"/>
          </a:xfrm>
          <a:prstGeom prst="rect">
            <a:avLst/>
          </a:prstGeom>
          <a:solidFill>
            <a:srgbClr val="162D44"/>
          </a:solidFill>
          <a:ln w="635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096512" y="376732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returns tenant-scoped payload to web service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47472" y="4197096"/>
            <a:ext cx="292608" cy="29260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47472" y="4197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1520" y="4151376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Rendered Page / Result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005072" y="4187952"/>
            <a:ext cx="4663440" cy="310896"/>
          </a:xfrm>
          <a:prstGeom prst="rect">
            <a:avLst/>
          </a:prstGeom>
          <a:solidFill>
            <a:srgbClr val="162D44"/>
          </a:solidFill>
          <a:ln w="635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096512" y="418795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 returns rendered page to browser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47472" y="4617720"/>
            <a:ext cx="292608" cy="292608"/>
          </a:xfrm>
          <a:prstGeom prst="ellipse">
            <a:avLst/>
          </a:prstGeom>
          <a:solidFill>
            <a:srgbClr val="8BAFC8">
              <a:alpha val="25000"/>
            </a:srgbClr>
          </a:solidFill>
          <a:ln w="12700">
            <a:solidFill>
              <a:srgbClr val="8BA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47472" y="4617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AF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31520" y="4572000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F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Logs &amp; Metrics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005072" y="4608576"/>
            <a:ext cx="4663440" cy="310896"/>
          </a:xfrm>
          <a:prstGeom prst="rect">
            <a:avLst/>
          </a:prstGeom>
          <a:solidFill>
            <a:srgbClr val="162D44"/>
          </a:solidFill>
          <a:ln w="635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096512" y="460857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emit to CloudWatch + OpenTelemetry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AWS Async &amp; Scheduled Processing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job-worker on ECS with EventBridge-controlled scheduled tasks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8288"/>
          </a:xfrm>
          <a:prstGeom prst="rect">
            <a:avLst/>
          </a:prstGeom>
          <a:solidFill>
            <a:srgbClr val="1C3A56"/>
          </a:solidFill>
          <a:ln w="1270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298448"/>
            <a:ext cx="1828800" cy="548640"/>
          </a:xfrm>
          <a:prstGeom prst="rect">
            <a:avLst/>
          </a:prstGeom>
          <a:solidFill>
            <a:srgbClr val="0E3A5F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298448"/>
            <a:ext cx="1828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(ECS/Fargate)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298448"/>
            <a:ext cx="1828800" cy="548640"/>
          </a:xfrm>
          <a:prstGeom prst="rect">
            <a:avLst/>
          </a:prstGeom>
          <a:solidFill>
            <a:srgbClr val="0D4A45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1298448"/>
            <a:ext cx="1828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job-worker service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(ECS/Fargate)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76272" y="1572768"/>
            <a:ext cx="292608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80560" y="1298448"/>
            <a:ext cx="2011680" cy="548640"/>
          </a:xfrm>
          <a:prstGeom prst="rect">
            <a:avLst/>
          </a:prstGeom>
          <a:solidFill>
            <a:srgbClr val="1A1A40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80560" y="1298448"/>
            <a:ext cx="20116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/ Event State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(RDS PostgreSQL)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1572768"/>
            <a:ext cx="18288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97680" y="1572768"/>
            <a:ext cx="0" cy="0"/>
          </a:xfrm>
          <a:prstGeom prst="line">
            <a:avLst/>
          </a:prstGeom>
          <a:noFill/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83280" y="1847088"/>
            <a:ext cx="0" cy="365760"/>
          </a:xfrm>
          <a:prstGeom prst="line">
            <a:avLst/>
          </a:prstGeom>
          <a:noFill/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261872" y="2212848"/>
            <a:ext cx="2487168" cy="0"/>
          </a:xfrm>
          <a:prstGeom prst="line">
            <a:avLst/>
          </a:prstGeom>
          <a:noFill/>
          <a:ln w="10160">
            <a:solidFill>
              <a:srgbClr val="FFB70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7472" y="2212848"/>
            <a:ext cx="2011680" cy="640080"/>
          </a:xfrm>
          <a:prstGeom prst="rect">
            <a:avLst/>
          </a:prstGeom>
          <a:solidFill>
            <a:srgbClr val="152B45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2212848"/>
            <a:ext cx="20116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Jobs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Object Storage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83280" y="2212848"/>
            <a:ext cx="36576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468880" y="2212848"/>
            <a:ext cx="2011680" cy="640080"/>
          </a:xfrm>
          <a:prstGeom prst="rect">
            <a:avLst/>
          </a:prstGeom>
          <a:solidFill>
            <a:srgbClr val="152B45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468880" y="2212848"/>
            <a:ext cx="20116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Jobs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RDS audit / job state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0" y="2212848"/>
            <a:ext cx="0" cy="0"/>
          </a:xfrm>
          <a:prstGeom prst="line">
            <a:avLst/>
          </a:prstGeom>
          <a:noFill/>
          <a:ln w="10160">
            <a:solidFill>
              <a:srgbClr val="06D6A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0" y="2212848"/>
            <a:ext cx="2011680" cy="640080"/>
          </a:xfrm>
          <a:prstGeom prst="rect">
            <a:avLst/>
          </a:prstGeom>
          <a:solidFill>
            <a:srgbClr val="152B45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0" y="2212848"/>
            <a:ext cx="20116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Sync Jobs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External Partners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0" y="2212848"/>
            <a:ext cx="192024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66560" y="2212848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Partner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83680" y="2532888"/>
            <a:ext cx="182880" cy="0"/>
          </a:xfrm>
          <a:prstGeom prst="line">
            <a:avLst/>
          </a:prstGeom>
          <a:noFill/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47472" y="3017520"/>
            <a:ext cx="8412480" cy="36576"/>
          </a:xfrm>
          <a:prstGeom prst="rect">
            <a:avLst/>
          </a:prstGeom>
          <a:solidFill>
            <a:srgbClr val="1C3A56"/>
          </a:solidFill>
          <a:ln w="1270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7472" y="3108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SCHEDULED TASK PATH (EVENTBRIDGE)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47472" y="3383280"/>
            <a:ext cx="2011680" cy="594360"/>
          </a:xfrm>
          <a:prstGeom prst="rect">
            <a:avLst/>
          </a:prstGeom>
          <a:solidFill>
            <a:srgbClr val="1A2500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7472" y="3383280"/>
            <a:ext cx="20116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Rule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359152" y="3675888"/>
            <a:ext cx="365760" cy="0"/>
          </a:xfrm>
          <a:prstGeom prst="line">
            <a:avLst/>
          </a:prstGeom>
          <a:noFill/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724912" y="3383280"/>
            <a:ext cx="2286000" cy="594360"/>
          </a:xfrm>
          <a:prstGeom prst="rect">
            <a:avLst/>
          </a:prstGeom>
          <a:solidFill>
            <a:srgbClr val="1A1600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24912" y="3383280"/>
            <a:ext cx="22860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ECS Task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backups:configure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10912" y="3675888"/>
            <a:ext cx="365760" cy="0"/>
          </a:xfrm>
          <a:prstGeom prst="line">
            <a:avLst/>
          </a:prstGeom>
          <a:noFill/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376672" y="3383280"/>
            <a:ext cx="1645920" cy="594360"/>
          </a:xfrm>
          <a:prstGeom prst="rect">
            <a:avLst/>
          </a:prstGeom>
          <a:solidFill>
            <a:srgbClr val="1A1A40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376672" y="3383280"/>
            <a:ext cx="16459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PostgreSQL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022592" y="3675888"/>
            <a:ext cx="365760" cy="0"/>
          </a:xfrm>
          <a:prstGeom prst="line">
            <a:avLst/>
          </a:prstGeom>
          <a:noFill/>
          <a:ln w="12700">
            <a:solidFill>
              <a:srgbClr val="8BA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388352" y="3383280"/>
            <a:ext cx="1298448" cy="594360"/>
          </a:xfrm>
          <a:prstGeom prst="rect">
            <a:avLst/>
          </a:prstGeom>
          <a:solidFill>
            <a:srgbClr val="1A1A20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388352" y="3383280"/>
            <a:ext cx="1298448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Metrics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83280" y="2852928"/>
            <a:ext cx="0" cy="530352"/>
          </a:xfrm>
          <a:prstGeom prst="line">
            <a:avLst/>
          </a:prstGeom>
          <a:noFill/>
          <a:ln w="10160">
            <a:solidFill>
              <a:srgbClr val="1E3A5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47472" y="4160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service also emits logs and metrics to CloudWatch + OpenTelemetry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Current-State → AWS Delta Matrix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impact of migrating each platform area to the target AWS state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8288"/>
          </a:xfrm>
          <a:prstGeom prst="rect">
            <a:avLst/>
          </a:prstGeom>
          <a:solidFill>
            <a:srgbClr val="1C3A56"/>
          </a:solidFill>
          <a:ln w="1270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1417320" cy="384048"/>
          </a:xfrm>
          <a:prstGeom prst="rect">
            <a:avLst/>
          </a:prstGeom>
          <a:solidFill>
            <a:srgbClr val="0A2A3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0624" y="1207008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64792" y="1207008"/>
            <a:ext cx="2304288" cy="384048"/>
          </a:xfrm>
          <a:prstGeom prst="rect">
            <a:avLst/>
          </a:prstGeom>
          <a:solidFill>
            <a:srgbClr val="0A202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37944" y="12070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State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69080" y="1207008"/>
            <a:ext cx="2304288" cy="384048"/>
          </a:xfrm>
          <a:prstGeom prst="rect">
            <a:avLst/>
          </a:prstGeom>
          <a:solidFill>
            <a:srgbClr val="1A250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42232" y="12070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AWS State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73368" y="1207008"/>
            <a:ext cx="2487168" cy="384048"/>
          </a:xfrm>
          <a:prstGeom prst="rect">
            <a:avLst/>
          </a:prstGeom>
          <a:solidFill>
            <a:srgbClr val="16203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46520" y="12070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Impact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1591056"/>
            <a:ext cx="1417320" cy="420624"/>
          </a:xfrm>
          <a:prstGeom prst="rect">
            <a:avLst/>
          </a:prstGeom>
          <a:solidFill>
            <a:srgbClr val="162D44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0624" y="1591056"/>
            <a:ext cx="130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Runtimes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64792" y="1591056"/>
            <a:ext cx="2304288" cy="420624"/>
          </a:xfrm>
          <a:prstGeom prst="rect">
            <a:avLst/>
          </a:prstGeom>
          <a:solidFill>
            <a:srgbClr val="162D44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37944" y="159105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Local/container app processes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069080" y="1591056"/>
            <a:ext cx="2304288" cy="420624"/>
          </a:xfrm>
          <a:prstGeom prst="rect">
            <a:avLst/>
          </a:prstGeom>
          <a:solidFill>
            <a:srgbClr val="162D44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42232" y="159105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ECS/Fargate services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73368" y="1591056"/>
            <a:ext cx="2487168" cy="420624"/>
          </a:xfrm>
          <a:prstGeom prst="rect">
            <a:avLst/>
          </a:prstGeom>
          <a:solidFill>
            <a:srgbClr val="162D44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46520" y="159105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scaling change; application boundary unchanged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" y="2011680"/>
            <a:ext cx="1417320" cy="420624"/>
          </a:xfrm>
          <a:prstGeom prst="rect">
            <a:avLst/>
          </a:prstGeom>
          <a:solidFill>
            <a:srgbClr val="0A2235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0624" y="2011680"/>
            <a:ext cx="130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764792" y="2011680"/>
            <a:ext cx="2304288" cy="420624"/>
          </a:xfrm>
          <a:prstGeom prst="rect">
            <a:avLst/>
          </a:prstGeom>
          <a:solidFill>
            <a:srgbClr val="0A2235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837944" y="20116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Fastify app w/ shared server modules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069080" y="2011680"/>
            <a:ext cx="2304288" cy="420624"/>
          </a:xfrm>
          <a:prstGeom prst="rect">
            <a:avLst/>
          </a:prstGeom>
          <a:solidFill>
            <a:srgbClr val="0A2235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42232" y="20116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ECS/Fargate API service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73368" y="2011680"/>
            <a:ext cx="2487168" cy="420624"/>
          </a:xfrm>
          <a:prstGeom prst="rect">
            <a:avLst/>
          </a:prstGeom>
          <a:solidFill>
            <a:srgbClr val="0A2235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46520" y="20116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app model; cloud runtime hardening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7472" y="2432304"/>
            <a:ext cx="1417320" cy="420624"/>
          </a:xfrm>
          <a:prstGeom prst="rect">
            <a:avLst/>
          </a:prstGeom>
          <a:solidFill>
            <a:srgbClr val="162D44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20624" y="2432304"/>
            <a:ext cx="130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764792" y="2432304"/>
            <a:ext cx="2304288" cy="420624"/>
          </a:xfrm>
          <a:prstGeom prst="rect">
            <a:avLst/>
          </a:prstGeom>
          <a:solidFill>
            <a:srgbClr val="162D44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837944" y="243230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process polling Postgres queue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069080" y="2432304"/>
            <a:ext cx="2304288" cy="420624"/>
          </a:xfrm>
          <a:prstGeom prst="rect">
            <a:avLst/>
          </a:prstGeom>
          <a:solidFill>
            <a:srgbClr val="162D44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142232" y="243230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ECS/Fargate worker service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73368" y="2432304"/>
            <a:ext cx="2487168" cy="420624"/>
          </a:xfrm>
          <a:prstGeom prst="rect">
            <a:avLst/>
          </a:prstGeom>
          <a:solidFill>
            <a:srgbClr val="162D44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46520" y="243230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execution model; improved runtime isolation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47472" y="2852928"/>
            <a:ext cx="1417320" cy="420624"/>
          </a:xfrm>
          <a:prstGeom prst="rect">
            <a:avLst/>
          </a:prstGeom>
          <a:solidFill>
            <a:srgbClr val="0A2235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20624" y="2852928"/>
            <a:ext cx="130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764792" y="2852928"/>
            <a:ext cx="2304288" cy="420624"/>
          </a:xfrm>
          <a:prstGeom prst="rect">
            <a:avLst/>
          </a:prstGeom>
          <a:solidFill>
            <a:srgbClr val="0A2235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837944" y="28529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local/container model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069080" y="2852928"/>
            <a:ext cx="2304288" cy="420624"/>
          </a:xfrm>
          <a:prstGeom prst="rect">
            <a:avLst/>
          </a:prstGeom>
          <a:solidFill>
            <a:srgbClr val="0A2235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142232" y="28529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PostgreSQL (managed)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73368" y="2852928"/>
            <a:ext cx="2487168" cy="420624"/>
          </a:xfrm>
          <a:prstGeom prst="rect">
            <a:avLst/>
          </a:prstGeom>
          <a:solidFill>
            <a:srgbClr val="0A2235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46520" y="28529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ops, backups, HA, networking changes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47472" y="3273552"/>
            <a:ext cx="1417320" cy="420624"/>
          </a:xfrm>
          <a:prstGeom prst="rect">
            <a:avLst/>
          </a:prstGeom>
          <a:solidFill>
            <a:srgbClr val="162D44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20624" y="3273552"/>
            <a:ext cx="130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Storage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764792" y="3273552"/>
            <a:ext cx="2304288" cy="420624"/>
          </a:xfrm>
          <a:prstGeom prst="rect">
            <a:avLst/>
          </a:prstGeom>
          <a:solidFill>
            <a:srgbClr val="162D44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837944" y="327355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directories via storage abstraction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069080" y="3273552"/>
            <a:ext cx="2304288" cy="420624"/>
          </a:xfrm>
          <a:prstGeom prst="rect">
            <a:avLst/>
          </a:prstGeom>
          <a:solidFill>
            <a:srgbClr val="162D44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142232" y="327355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via storage abstraction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373368" y="3273552"/>
            <a:ext cx="2487168" cy="420624"/>
          </a:xfrm>
          <a:prstGeom prst="rect">
            <a:avLst/>
          </a:prstGeom>
          <a:solidFill>
            <a:srgbClr val="162D44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446520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migration and path/public URL validation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47472" y="3694176"/>
            <a:ext cx="1417320" cy="420624"/>
          </a:xfrm>
          <a:prstGeom prst="rect">
            <a:avLst/>
          </a:prstGeom>
          <a:solidFill>
            <a:srgbClr val="0A2235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20624" y="3694176"/>
            <a:ext cx="130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Scheduling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764792" y="3694176"/>
            <a:ext cx="2304288" cy="420624"/>
          </a:xfrm>
          <a:prstGeom prst="rect">
            <a:avLst/>
          </a:prstGeom>
          <a:solidFill>
            <a:srgbClr val="0A2235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837944" y="369417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Shell/manual or local task model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069080" y="3694176"/>
            <a:ext cx="2304288" cy="420624"/>
          </a:xfrm>
          <a:prstGeom prst="rect">
            <a:avLst/>
          </a:prstGeom>
          <a:solidFill>
            <a:srgbClr val="0A2235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142232" y="369417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EventBridge-triggered ECS task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373368" y="3694176"/>
            <a:ext cx="2487168" cy="420624"/>
          </a:xfrm>
          <a:prstGeom prst="rect">
            <a:avLst/>
          </a:prstGeom>
          <a:solidFill>
            <a:srgbClr val="0A2235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446520" y="36941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Externalized scheduling control plane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47472" y="4114800"/>
            <a:ext cx="1417320" cy="420624"/>
          </a:xfrm>
          <a:prstGeom prst="rect">
            <a:avLst/>
          </a:prstGeom>
          <a:solidFill>
            <a:srgbClr val="162D44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20624" y="4114800"/>
            <a:ext cx="130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764792" y="4114800"/>
            <a:ext cx="2304288" cy="420624"/>
          </a:xfrm>
          <a:prstGeom prst="rect">
            <a:avLst/>
          </a:prstGeom>
          <a:solidFill>
            <a:srgbClr val="162D44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1837944" y="411480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logs + metrics endpoint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069080" y="4114800"/>
            <a:ext cx="2304288" cy="420624"/>
          </a:xfrm>
          <a:prstGeom prst="rect">
            <a:avLst/>
          </a:prstGeom>
          <a:solidFill>
            <a:srgbClr val="162D44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142232" y="411480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+ OpenTelemetry baseline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373368" y="4114800"/>
            <a:ext cx="2487168" cy="420624"/>
          </a:xfrm>
          <a:prstGeom prst="rect">
            <a:avLst/>
          </a:prstGeom>
          <a:solidFill>
            <a:srgbClr val="162D44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446520" y="41148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Sink/export and alarm/dashboard work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47472" y="4535424"/>
            <a:ext cx="1417320" cy="420624"/>
          </a:xfrm>
          <a:prstGeom prst="rect">
            <a:avLst/>
          </a:prstGeom>
          <a:solidFill>
            <a:srgbClr val="0A2235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20624" y="4535424"/>
            <a:ext cx="130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Runtime Config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1764792" y="4535424"/>
            <a:ext cx="2304288" cy="420624"/>
          </a:xfrm>
          <a:prstGeom prst="rect">
            <a:avLst/>
          </a:prstGeom>
          <a:solidFill>
            <a:srgbClr val="0A2235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1837944" y="45354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Env-driven shared config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069080" y="4535424"/>
            <a:ext cx="2304288" cy="420624"/>
          </a:xfrm>
          <a:prstGeom prst="rect">
            <a:avLst/>
          </a:prstGeom>
          <a:solidFill>
            <a:srgbClr val="0A2235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142232" y="45354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Env/secrets-driven config in ECS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373368" y="4535424"/>
            <a:ext cx="2487168" cy="420624"/>
          </a:xfrm>
          <a:prstGeom prst="rect">
            <a:avLst/>
          </a:prstGeom>
          <a:solidFill>
            <a:srgbClr val="0A2235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6446520" y="45354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 and environment parity work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Review Checklist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Pre-migration validation items for architecture, security, and observability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8288"/>
          </a:xfrm>
          <a:prstGeom prst="rect">
            <a:avLst/>
          </a:prstGeom>
          <a:solidFill>
            <a:srgbClr val="1C3A56"/>
          </a:solidFill>
          <a:ln w="1270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234440"/>
            <a:ext cx="8412480" cy="457200"/>
          </a:xfrm>
          <a:prstGeom prst="rect">
            <a:avLst/>
          </a:prstGeom>
          <a:solidFill>
            <a:srgbClr val="162D44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234440"/>
            <a:ext cx="45720" cy="45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316736"/>
            <a:ext cx="292608" cy="292608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316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77824" y="1344168"/>
            <a:ext cx="822960" cy="237744"/>
          </a:xfrm>
          <a:prstGeom prst="rect">
            <a:avLst/>
          </a:prstGeom>
          <a:solidFill>
            <a:srgbClr val="FFB703">
              <a:alpha val="15000"/>
            </a:srgbClr>
          </a:solidFill>
          <a:ln w="1016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77824" y="13441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792224" y="1234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that all synchronous business mutations still traverse api after migration.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1746504"/>
            <a:ext cx="8412480" cy="457200"/>
          </a:xfrm>
          <a:prstGeom prst="rect">
            <a:avLst/>
          </a:prstGeom>
          <a:solidFill>
            <a:srgbClr val="0A2235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" y="1746504"/>
            <a:ext cx="45720" cy="45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1828800"/>
            <a:ext cx="292608" cy="292608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77824" y="1856232"/>
            <a:ext cx="822960" cy="237744"/>
          </a:xfrm>
          <a:prstGeom prst="rect">
            <a:avLst/>
          </a:prstGeom>
          <a:solidFill>
            <a:srgbClr val="FFB703">
              <a:alpha val="15000"/>
            </a:srgbClr>
          </a:solidFill>
          <a:ln w="1016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7824" y="18562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792224" y="174650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job-worker as the only long-running job executor.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2258568"/>
            <a:ext cx="8412480" cy="457200"/>
          </a:xfrm>
          <a:prstGeom prst="rect">
            <a:avLst/>
          </a:prstGeom>
          <a:solidFill>
            <a:srgbClr val="162D44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7472" y="2258568"/>
            <a:ext cx="45720" cy="45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2920" y="2340864"/>
            <a:ext cx="292608" cy="292608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2340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7824" y="2368296"/>
            <a:ext cx="822960" cy="237744"/>
          </a:xfrm>
          <a:prstGeom prst="rect">
            <a:avLst/>
          </a:prstGeom>
          <a:solidFill>
            <a:srgbClr val="FFB703">
              <a:alpha val="15000"/>
            </a:srgbClr>
          </a:solidFill>
          <a:ln w="1016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77824" y="236829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792224" y="22585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tenant-scoped query enforcement — avoid client-trusted tenant identity.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7472" y="2770632"/>
            <a:ext cx="8412480" cy="457200"/>
          </a:xfrm>
          <a:prstGeom prst="rect">
            <a:avLst/>
          </a:prstGeom>
          <a:solidFill>
            <a:srgbClr val="0A2235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47472" y="2770632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02920" y="2852928"/>
            <a:ext cx="292608" cy="292608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2852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77824" y="2880360"/>
            <a:ext cx="822960" cy="237744"/>
          </a:xfrm>
          <a:prstGeom prst="rect">
            <a:avLst/>
          </a:prstGeom>
          <a:solidFill>
            <a:srgbClr val="00B4D8">
              <a:alpha val="15000"/>
            </a:srgbClr>
          </a:solidFill>
          <a:ln w="101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77824" y="28803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792224" y="27706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storage profile mapping for documents, public assets, and backups.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7472" y="3282696"/>
            <a:ext cx="8412480" cy="457200"/>
          </a:xfrm>
          <a:prstGeom prst="rect">
            <a:avLst/>
          </a:prstGeom>
          <a:solidFill>
            <a:srgbClr val="162D44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47472" y="3282696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02920" y="3364992"/>
            <a:ext cx="292608" cy="292608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77824" y="3392424"/>
            <a:ext cx="822960" cy="237744"/>
          </a:xfrm>
          <a:prstGeom prst="rect">
            <a:avLst/>
          </a:prstGeom>
          <a:solidFill>
            <a:srgbClr val="00B4D8">
              <a:alpha val="15000"/>
            </a:srgbClr>
          </a:solidFill>
          <a:ln w="101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77824" y="33924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REQUIRED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792224" y="328269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backup scheduling remains external to long-running services (EventBridge).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47472" y="3794760"/>
            <a:ext cx="8412480" cy="457200"/>
          </a:xfrm>
          <a:prstGeom prst="rect">
            <a:avLst/>
          </a:prstGeom>
          <a:solidFill>
            <a:srgbClr val="0A2235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47472" y="3794760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02920" y="3877056"/>
            <a:ext cx="292608" cy="292608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2920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77824" y="3904488"/>
            <a:ext cx="822960" cy="237744"/>
          </a:xfrm>
          <a:prstGeom prst="rect">
            <a:avLst/>
          </a:prstGeom>
          <a:solidFill>
            <a:srgbClr val="00B4D8">
              <a:alpha val="15000"/>
            </a:srgbClr>
          </a:solidFill>
          <a:ln w="101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77824" y="39044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REQUIRED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792224" y="3794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staging mirrors production service split closely enough to validate behavior.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47472" y="4306824"/>
            <a:ext cx="8412480" cy="457200"/>
          </a:xfrm>
          <a:prstGeom prst="rect">
            <a:avLst/>
          </a:prstGeom>
          <a:solidFill>
            <a:srgbClr val="162D44"/>
          </a:solidFill>
          <a:ln w="508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47472" y="4306824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02920" y="4389120"/>
            <a:ext cx="292608" cy="292608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02920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77824" y="4416552"/>
            <a:ext cx="822960" cy="237744"/>
          </a:xfrm>
          <a:prstGeom prst="rect">
            <a:avLst/>
          </a:prstGeom>
          <a:solidFill>
            <a:srgbClr val="00B4D8">
              <a:alpha val="15000"/>
            </a:srgbClr>
          </a:solidFill>
          <a:ln w="101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77824" y="44165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REQUIRED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792224" y="430682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log correlation and metrics visibility across portal-web, admin-console, api, job-worker, and scheduled tasks.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A1F35"/>
          </a:solidFill>
          <a:ln w="12700">
            <a:solidFill>
              <a:srgbClr val="0A1F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623560" y="0"/>
            <a:ext cx="54864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3840480"/>
            <a:ext cx="54864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02920" y="122529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02920" y="179222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Documents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384048" y="2487168"/>
            <a:ext cx="5120640" cy="438912"/>
          </a:xfrm>
          <a:prstGeom prst="rect">
            <a:avLst/>
          </a:prstGeom>
          <a:solidFill>
            <a:srgbClr val="162D44"/>
          </a:solidFill>
          <a:ln w="635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" y="2487168"/>
            <a:ext cx="4572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" y="250545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system-and-flow-architecture-pack.md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30352" y="270662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topology and flow diagrams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2962656"/>
            <a:ext cx="5120640" cy="438912"/>
          </a:xfrm>
          <a:prstGeom prst="rect">
            <a:avLst/>
          </a:prstGeom>
          <a:solidFill>
            <a:srgbClr val="162D44"/>
          </a:solidFill>
          <a:ln w="635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4048" y="2962656"/>
            <a:ext cx="45720" cy="43891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298094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executive-architecture-deck-outline.md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" y="318211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Executive-layer companion presentation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" y="3438144"/>
            <a:ext cx="5120640" cy="438912"/>
          </a:xfrm>
          <a:prstGeom prst="rect">
            <a:avLst/>
          </a:prstGeom>
          <a:solidFill>
            <a:srgbClr val="162D44"/>
          </a:solidFill>
          <a:ln w="635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84048" y="3438144"/>
            <a:ext cx="4572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0352" y="345643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runtime-config-model.md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0352" y="365760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and config management model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" y="3913632"/>
            <a:ext cx="5120640" cy="438912"/>
          </a:xfrm>
          <a:prstGeom prst="rect">
            <a:avLst/>
          </a:prstGeom>
          <a:solidFill>
            <a:srgbClr val="162D44"/>
          </a:solidFill>
          <a:ln w="635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84048" y="3913632"/>
            <a:ext cx="45720" cy="43891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0352" y="393192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observability-baseline.md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0352" y="413308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metrics, and tracing baseline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4048" y="4389120"/>
            <a:ext cx="5120640" cy="438912"/>
          </a:xfrm>
          <a:prstGeom prst="rect">
            <a:avLst/>
          </a:prstGeom>
          <a:solidFill>
            <a:srgbClr val="162D44"/>
          </a:solidFill>
          <a:ln w="635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84048" y="4389120"/>
            <a:ext cx="4572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0352" y="440740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multitenant-security-login-architecture.md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0352" y="460857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 and session model redesign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0" y="457200"/>
            <a:ext cx="2560320" cy="566928"/>
          </a:xfrm>
          <a:prstGeom prst="rect">
            <a:avLst/>
          </a:prstGeom>
          <a:solidFill>
            <a:srgbClr val="0F2A40"/>
          </a:solidFill>
          <a:ln w="635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43600" y="4572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portal-web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943600" y="1261872"/>
            <a:ext cx="2560320" cy="566928"/>
          </a:xfrm>
          <a:prstGeom prst="rect">
            <a:avLst/>
          </a:prstGeom>
          <a:solidFill>
            <a:srgbClr val="0F2A40"/>
          </a:solidFill>
          <a:ln w="635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0" y="126187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admin-console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943600" y="2066544"/>
            <a:ext cx="2560320" cy="566928"/>
          </a:xfrm>
          <a:prstGeom prst="rect">
            <a:avLst/>
          </a:prstGeom>
          <a:solidFill>
            <a:srgbClr val="0F2A40"/>
          </a:solidFill>
          <a:ln w="635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43600" y="206654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943600" y="2871216"/>
            <a:ext cx="2560320" cy="566928"/>
          </a:xfrm>
          <a:prstGeom prst="rect">
            <a:avLst/>
          </a:prstGeom>
          <a:solidFill>
            <a:srgbClr val="0F2A40"/>
          </a:solidFill>
          <a:ln w="635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43600" y="287121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job-worker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943600" y="3675888"/>
            <a:ext cx="2560320" cy="566928"/>
          </a:xfrm>
          <a:prstGeom prst="rect">
            <a:avLst/>
          </a:prstGeom>
          <a:solidFill>
            <a:srgbClr val="0F2A40"/>
          </a:solidFill>
          <a:ln w="6350">
            <a:solidFill>
              <a:srgbClr val="1C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43600" y="367588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A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 / RDS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2920" y="4663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3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architecture review, DevOps planning, security hardening, and migration execution.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1368</Words>
  <Application>Microsoft Macintosh PowerPoint</Application>
  <PresentationFormat>On-screen Show (16:9)</PresentationFormat>
  <Paragraphs>354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Architecture Pack</dc:title>
  <dc:subject>PptxGenJS Presentation</dc:subject>
  <dc:creator>Engineering Architecture</dc:creator>
  <cp:lastModifiedBy>Joseph Frank</cp:lastModifiedBy>
  <cp:revision>2</cp:revision>
  <dcterms:created xsi:type="dcterms:W3CDTF">2026-03-22T23:24:37Z</dcterms:created>
  <dcterms:modified xsi:type="dcterms:W3CDTF">2026-03-22T23:29:07Z</dcterms:modified>
</cp:coreProperties>
</file>