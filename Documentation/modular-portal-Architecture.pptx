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06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109728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920240" cy="2926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5166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Portal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Migration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9319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platform architecture, target AWS end state,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migration direction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645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309360" y="420624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12280" y="4206240"/>
            <a:ext cx="228600" cy="228600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0" y="4206240"/>
            <a:ext cx="228600" cy="228600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and migration positioning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migration is primarily an operational and deployment evolution — not a ground-up application rewrite.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2296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supports member, employer, broker, provider, and admin experiences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965960"/>
            <a:ext cx="82296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has separated web, API, and worker runtimes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2296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55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Target State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application model while improving scalability, resilience, and operations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24612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3246120"/>
            <a:ext cx="82296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355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Path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 incremental because the service boundaries already exist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multichannel digital platform with shared workflows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Multi-Audience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user populations — members, employers, brokers, providers — through one shared digital platform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0690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Tenant-Aware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tenant-specific configuration, branding, and feature control across all hosted experiences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6908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synchronous user experiences with background operational processing for long-running 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406908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Integration-Ready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support future partner integrations and AWS-native operational maturity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split into business-facing, API, and worker layers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188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13258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experiences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74520" y="1554480"/>
            <a:ext cx="1417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65960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admin-console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2057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&amp; platform admin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1554480"/>
            <a:ext cx="2194560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data access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1554480"/>
            <a:ext cx="2560320" cy="100584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0392" y="2560320"/>
            <a:ext cx="0" cy="36576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77440" y="2560320"/>
            <a:ext cx="0" cy="36576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0" y="2560320"/>
            <a:ext cx="0" cy="36576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46520" y="2560320"/>
            <a:ext cx="0" cy="36576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182112"/>
            <a:ext cx="2377440" cy="822960"/>
          </a:xfrm>
          <a:prstGeom prst="rect">
            <a:avLst/>
          </a:prstGeom>
          <a:solidFill>
            <a:srgbClr val="E8EDF5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0876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store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182112"/>
            <a:ext cx="2377440" cy="822960"/>
          </a:xfrm>
          <a:prstGeom prst="rect">
            <a:avLst/>
          </a:prstGeom>
          <a:solidFill>
            <a:srgbClr val="E8EDF5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Storage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assets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user flows with background processing offload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0" cy="301752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1234440"/>
            <a:ext cx="7498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1234440"/>
            <a:ext cx="7315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80160" y="161848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admin actions flow through web applications into the API layer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0" cy="301752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2130552"/>
            <a:ext cx="7498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7280" y="2130552"/>
            <a:ext cx="7315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Enforcement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80160" y="251460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enforces identity, tenant scope, and business rules on every request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621024"/>
            <a:ext cx="0" cy="301752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97280" y="3026664"/>
            <a:ext cx="7498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" y="3026664"/>
            <a:ext cx="73152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0160" y="3118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Response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280160" y="341071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data is stored centrally and returned as tenant-scoped responses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968496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7280" y="3922776"/>
            <a:ext cx="7498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97280" y="3922776"/>
            <a:ext cx="73152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0160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280160" y="430682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or integration-heavy tasks are moved off the synchronous request path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Integration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control points for scale and extensibility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Queue-Backed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actions can enqueue jobs and publish events for asynchronous processing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0690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processes integrations, notifications, and backup jobs from the queue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690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Patterns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future vendor growth without changing the portal shell or core architecture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40690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Telemetry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tracking and observability are already part of the platform model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AWS Migration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maturity, scalability, and resilience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not changing what the platform is. We are improving how it runs."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0690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82296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176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Runtime Boundaries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963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deployable services map naturally to managed cloud runtime models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2084832"/>
            <a:ext cx="40690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2084832"/>
            <a:ext cx="82296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2176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Infrastructure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4963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scaling, reduces ops burden, and boosts production reliability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10712"/>
            <a:ext cx="40690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410712"/>
            <a:ext cx="82296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502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822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support for documents, branding assets, and backup artifacts at scale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410712"/>
            <a:ext cx="40690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3410712"/>
            <a:ext cx="82296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3502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Observability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822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task scheduling and unified observability strengthen supportability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AWS End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service split moves to managed cloud infrastructure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 (ECS / Fargate)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920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1463040"/>
            <a:ext cx="1920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87168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admin-console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87168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71416" y="1463040"/>
            <a:ext cx="1920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2856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62856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47104" y="1463040"/>
            <a:ext cx="1920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38544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38544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61872" y="2377440"/>
            <a:ext cx="0" cy="365760"/>
          </a:xfrm>
          <a:prstGeom prst="line">
            <a:avLst/>
          </a:prstGeom>
          <a:noFill/>
          <a:ln w="1270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37560" y="2377440"/>
            <a:ext cx="0" cy="365760"/>
          </a:xfrm>
          <a:prstGeom prst="line">
            <a:avLst/>
          </a:prstGeom>
          <a:noFill/>
          <a:ln w="1270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13248" y="2377440"/>
            <a:ext cx="0" cy="365760"/>
          </a:xfrm>
          <a:prstGeom prst="line">
            <a:avLst/>
          </a:prstGeom>
          <a:noFill/>
          <a:ln w="1270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88936" y="2377440"/>
            <a:ext cx="0" cy="365760"/>
          </a:xfrm>
          <a:prstGeom prst="line">
            <a:avLst/>
          </a:prstGeom>
          <a:noFill/>
          <a:ln w="1270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27157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99232"/>
            <a:ext cx="2286000" cy="868680"/>
          </a:xfrm>
          <a:prstGeom prst="rect">
            <a:avLst/>
          </a:prstGeom>
          <a:solidFill>
            <a:srgbClr val="E8EDF5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999232"/>
            <a:ext cx="22860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2999232"/>
            <a:ext cx="2286000" cy="868680"/>
          </a:xfrm>
          <a:prstGeom prst="rect">
            <a:avLst/>
          </a:prstGeom>
          <a:solidFill>
            <a:srgbClr val="E8EDF5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834640" y="2999232"/>
            <a:ext cx="22860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2608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Storage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assets, backups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2999232"/>
            <a:ext cx="1417320" cy="868680"/>
          </a:xfrm>
          <a:prstGeom prst="rect">
            <a:avLst/>
          </a:prstGeom>
          <a:solidFill>
            <a:srgbClr val="E8EDF5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03520" y="2999232"/>
            <a:ext cx="1417320" cy="73152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94960" y="30906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4015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ECS tasks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2999232"/>
            <a:ext cx="1920240" cy="868680"/>
          </a:xfrm>
          <a:prstGeom prst="rect">
            <a:avLst/>
          </a:prstGeom>
          <a:solidFill>
            <a:srgbClr val="E8EDF5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2999232"/>
            <a:ext cx="1920240" cy="73152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49440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3401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logs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397764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admin, API, and worker run as independent ECS/Fargate services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a first-class operational capability in the target state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separation of routing, compute, storage, and observability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" cy="54864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Layer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 ·  HTTPS  ·  Load Balancer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Runtime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1762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  ·  admin-console  ·  api  ·  job-worker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96312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109728" cy="548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 ·  S3 Object 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09544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109728" cy="54864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Operations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6027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 ·  ECS Scheduled Tasks  ·  Backup Schedule Config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22776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109728" cy="548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3159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 ·  Metrics  ·  Alarms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User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user experience on a more production-ready runtime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508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or admin UI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58568" y="1508760"/>
            <a:ext cx="1508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720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7328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51376" y="1508760"/>
            <a:ext cx="1508760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24528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24528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ECS/Fargate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0136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508760"/>
            <a:ext cx="1508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17336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17336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+ S3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52944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36992" y="1508760"/>
            <a:ext cx="1508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10144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10144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metrics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78892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continue to enter through familiar portal or admin experiences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call the API over defined internal service boundaries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RDS and S3 back the transaction flow with operational reliability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metrics are captured end-to-end throughout the request path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Background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resilient and operationally intentional background processing in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508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jobs &amp; events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58568" y="1508760"/>
            <a:ext cx="1508760" cy="100584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720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Events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persistence layer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7328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51376" y="1508760"/>
            <a:ext cx="1508760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24528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job-worker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24528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notifications, backups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0136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508760"/>
            <a:ext cx="1508760" cy="100584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17336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17336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ECS task triggers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52944" y="2011680"/>
            <a:ext cx="384048" cy="0"/>
          </a:xfrm>
          <a:prstGeom prst="line">
            <a:avLst/>
          </a:prstGeom>
          <a:noFill/>
          <a:ln w="1905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36992" y="1508760"/>
            <a:ext cx="1508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10144" y="16002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10144" y="1993392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Failures, backlog, throughput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78892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persists jobs and events for reliable background execution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services process integrations, notifications, and backup jobs from the queue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EventBridge-triggered ECS tasks handle scheduled operational commands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telemetry provides visibility into failures, backlog, and throughput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vs.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evolution of the platform — not a replacement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88920" cy="41148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2788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Local-style runtime split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Platform-owned process coordination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shared file storage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observability tooling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143000"/>
            <a:ext cx="278892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143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1554480"/>
            <a:ext cx="2788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1568" y="1664208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/ admin / API / worker boundaries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platform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&amp; connector extension strategy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tenant trust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143000"/>
            <a:ext cx="278892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08776" y="1143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08776" y="1554480"/>
            <a:ext cx="2788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45936" y="1664208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ECS/Fargate services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RDS &amp; S3 storage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scheduled cloud tasks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observability (CloudWatch)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 scaling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44368" y="260604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44368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2606040"/>
            <a:ext cx="512064" cy="5120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operating leverage beyond infrastructure modernization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1399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1764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 for each workload role as demand grows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82312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1399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Ownership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22392" y="1764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support model with well-defined runtime boundaries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" y="3429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31821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547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guarantees for documents, backups, and long-running workflows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0175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82312" y="342900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8231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1821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Foundation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3547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base for enterprise integrations and tenant onboarding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32888" y="480060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97480" y="521208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9748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37560" y="4965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Readiness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5330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posture for regulated operational expectations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Watchouts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depends on trust boundaries, isolation, and operational discipline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38912" cy="4389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207008"/>
            <a:ext cx="7818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271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Tenant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2710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tenant context must remain server-trusted throughout migration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438912" cy="4389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002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1929384"/>
            <a:ext cx="7818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Migration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9933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logos, and backup artifacts need careful handling during transition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23744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724912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724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2651760"/>
            <a:ext cx="7818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2715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2715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visibility and job reliability must be validated early in the migration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447288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0120" y="3374136"/>
            <a:ext cx="7818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97280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4381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secret management must be standardized across all services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68496"/>
            <a:ext cx="841248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169664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60120" y="4096512"/>
            <a:ext cx="7818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9728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Fidelity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must mirror production closely enough to prove behavior before cutover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736592"/>
            <a:ext cx="182880" cy="12801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47183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20240" y="4736592"/>
            <a:ext cx="182880" cy="12801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148840" y="47183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Alignment Needed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on migration shape, not every implementation detail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0690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75564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ECS/Fargate service split remains the target destination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207008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207008"/>
            <a:ext cx="40690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0" y="1389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75564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managed database, object storage, scheduled tasks, and centralized observability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40690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4440" y="3172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Approach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5387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incremental migration with current service boundaries preserved throughout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990088"/>
            <a:ext cx="40690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8AAE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2990088"/>
            <a:ext cx="40690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86400" y="3172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5387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reliability, deployability, supportability, and security posture as the KPIs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Flow Architecture Pack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8529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system-and-flow-architecture-pack.md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3081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3284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system-architecture-overview.md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5570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Config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8039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runtime-config-model.md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032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Baseline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279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observability-baseline.md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097280"/>
            <a:ext cx="2377440" cy="3474720"/>
          </a:xfrm>
          <a:prstGeom prst="rect">
            <a:avLst/>
          </a:prstGeom>
          <a:solidFill>
            <a:srgbClr val="2D3A80"/>
          </a:solidFill>
          <a:ln w="12700">
            <a:solidFill>
              <a:srgbClr val="2D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CADCFC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kern="0" spc="200" dirty="0">
                <a:solidFill>
                  <a:srgbClr val="CADCFC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1076</Words>
  <Application>Microsoft Macintosh PowerPoint</Application>
  <PresentationFormat>On-screen Show (16:9)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Portal Architecture And AWS Migration Overview</dc:title>
  <dc:subject>PptxGenJS Presentation</dc:subject>
  <dc:creator>Architecture Team</dc:creator>
  <cp:lastModifiedBy>Joseph Frank</cp:lastModifiedBy>
  <cp:revision>1</cp:revision>
  <dcterms:created xsi:type="dcterms:W3CDTF">2026-03-22T23:08:53Z</dcterms:created>
  <dcterms:modified xsi:type="dcterms:W3CDTF">2026-03-22T23:18:45Z</dcterms:modified>
</cp:coreProperties>
</file>